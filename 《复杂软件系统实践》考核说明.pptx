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jq08122108@sina.cn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851" autoAdjust="0"/>
  </p:normalViewPr>
  <p:slideViewPr>
    <p:cSldViewPr snapToGrid="0">
      <p:cViewPr varScale="1">
        <p:scale>
          <a:sx n="80" d="100"/>
          <a:sy n="80" d="100"/>
        </p:scale>
        <p:origin x="100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1582A-0FA7-4C0B-BE7E-5E32A2F52559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3431B-BA6D-489F-8CCF-45C1588B3FA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E545F-6E01-4950-96CC-D12ABD41CAD8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924A4-3C41-48D0-888F-8A3B31E652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600" dirty="0"/>
              <a:t>复杂软件系统实践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王向东</a:t>
            </a:r>
            <a:endParaRPr lang="zh-CN" dirty="0"/>
          </a:p>
          <a:p>
            <a:r>
              <a:rPr lang="zh-CN" altLang="en-US" dirty="0"/>
              <a:t>邮箱：</a:t>
            </a:r>
            <a:r>
              <a:rPr lang="en-US" altLang="zh-CN" dirty="0"/>
              <a:t>2436648748@qq.com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评分占比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总成绩 </a:t>
            </a:r>
            <a:r>
              <a:rPr lang="en-US" altLang="zh-CN" dirty="0"/>
              <a:t>= </a:t>
            </a:r>
            <a:r>
              <a:rPr lang="zh-CN" altLang="en-US" dirty="0"/>
              <a:t>（开题报告（</a:t>
            </a:r>
            <a:r>
              <a:rPr lang="en-US" altLang="zh-CN" dirty="0"/>
              <a:t>20%</a:t>
            </a:r>
            <a:r>
              <a:rPr lang="zh-CN" altLang="en-US" dirty="0"/>
              <a:t>）</a:t>
            </a:r>
            <a:r>
              <a:rPr lang="en-US" altLang="zh-CN" dirty="0"/>
              <a:t>+  </a:t>
            </a:r>
            <a:r>
              <a:rPr lang="zh-CN" altLang="en-US" dirty="0"/>
              <a:t>结项答辩（</a:t>
            </a:r>
            <a:r>
              <a:rPr lang="en-US" altLang="zh-CN" dirty="0"/>
              <a:t>60%</a:t>
            </a:r>
            <a:r>
              <a:rPr lang="zh-CN" altLang="en-US" dirty="0"/>
              <a:t>）</a:t>
            </a:r>
            <a:r>
              <a:rPr lang="en-US" altLang="zh-CN" dirty="0"/>
              <a:t>+  </a:t>
            </a:r>
            <a:r>
              <a:rPr lang="zh-CN" altLang="en-US" dirty="0"/>
              <a:t>结项报告（</a:t>
            </a:r>
            <a:r>
              <a:rPr lang="en-US" altLang="zh-CN" dirty="0"/>
              <a:t>20%</a:t>
            </a:r>
            <a:r>
              <a:rPr lang="zh-CN" altLang="en-US" dirty="0"/>
              <a:t>））* 难度系数（自拟选题为</a:t>
            </a:r>
            <a:r>
              <a:rPr lang="en-US" altLang="zh-CN" dirty="0"/>
              <a:t>0.8</a:t>
            </a:r>
            <a:r>
              <a:rPr lang="zh-CN" altLang="en-US" dirty="0"/>
              <a:t>，其他为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详见评分标准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复杂软件系统实践</vt:lpstr>
      <vt:lpstr>评分占比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传感器原理与应用</dc:title>
  <dc:creator>cjq08122108@sina.cn</dc:creator>
  <cp:lastModifiedBy>xd wang</cp:lastModifiedBy>
  <cp:revision>282</cp:revision>
  <dcterms:created xsi:type="dcterms:W3CDTF">2020-09-09T01:48:00Z</dcterms:created>
  <dcterms:modified xsi:type="dcterms:W3CDTF">2026-03-11T04:53:02Z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EFA1C9FD10BA49878D1BC44EF88FCE9C_12</vt:lpwstr>
  </property>
  <property fmtid="{D5CDD505-2E9C-101B-9397-08002B2CF9AE}" pid="3" name="KSOProductBuildVer">
    <vt:lpwstr>2052-12.1.0.25225</vt:lpwstr>
  </property>
</Properties>
</file>