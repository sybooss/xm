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0" r:id="rId4"/>
    <p:sldId id="257" r:id="rId5"/>
    <p:sldId id="262" r:id="rId6"/>
    <p:sldId id="263" r:id="rId7"/>
    <p:sldId id="265" r:id="rId8"/>
    <p:sldId id="258" r:id="rId9"/>
    <p:sldId id="26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jq08122108@sina.cn" initials="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851" autoAdjust="0"/>
  </p:normalViewPr>
  <p:slideViewPr>
    <p:cSldViewPr snapToGrid="0">
      <p:cViewPr varScale="1">
        <p:scale>
          <a:sx n="80" d="100"/>
          <a:sy n="80" d="100"/>
        </p:scale>
        <p:origin x="1004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1582A-0FA7-4C0B-BE7E-5E32A2F52559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3431B-BA6D-489F-8CCF-45C1588B3FA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600" dirty="0"/>
              <a:t>复杂软件系统实践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王向东</a:t>
            </a:r>
            <a:endParaRPr lang="zh-CN" dirty="0"/>
          </a:p>
          <a:p>
            <a:r>
              <a:rPr lang="zh-CN" altLang="en-US" dirty="0"/>
              <a:t>邮箱：</a:t>
            </a:r>
            <a:r>
              <a:rPr lang="en-US" altLang="zh-CN" dirty="0"/>
              <a:t>2436648748@qq.com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课程时间内容安排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0502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第一次课</a:t>
            </a:r>
            <a:endParaRPr lang="en-US" altLang="zh-CN" dirty="0"/>
          </a:p>
          <a:p>
            <a:pPr lvl="1"/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27</a:t>
            </a:r>
            <a:r>
              <a:rPr lang="zh-CN" altLang="en-US" dirty="0"/>
              <a:t>日下午</a:t>
            </a:r>
            <a:r>
              <a:rPr lang="en-US" altLang="zh-CN" dirty="0"/>
              <a:t>6-9</a:t>
            </a:r>
            <a:r>
              <a:rPr lang="zh-CN" altLang="en-US" dirty="0"/>
              <a:t>节</a:t>
            </a:r>
            <a:endParaRPr lang="en-US" altLang="zh-CN" dirty="0"/>
          </a:p>
          <a:p>
            <a:pPr lvl="1"/>
            <a:r>
              <a:rPr lang="zh-CN" altLang="en-US" dirty="0"/>
              <a:t>任务发布</a:t>
            </a:r>
            <a:endParaRPr lang="en-US" altLang="zh-CN" dirty="0"/>
          </a:p>
          <a:p>
            <a:r>
              <a:rPr lang="zh-CN" altLang="en-US" dirty="0"/>
              <a:t>第二次课</a:t>
            </a:r>
            <a:endParaRPr lang="en-US" altLang="zh-CN" dirty="0"/>
          </a:p>
          <a:p>
            <a:pPr lvl="1"/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3</a:t>
            </a:r>
            <a:r>
              <a:rPr lang="zh-CN" altLang="en-US" dirty="0"/>
              <a:t>日下午</a:t>
            </a:r>
            <a:r>
              <a:rPr lang="en-US" altLang="zh-CN" dirty="0"/>
              <a:t>6-9</a:t>
            </a:r>
            <a:r>
              <a:rPr lang="zh-CN" altLang="en-US" dirty="0"/>
              <a:t>节</a:t>
            </a:r>
            <a:endParaRPr lang="en-US" altLang="zh-CN" dirty="0"/>
          </a:p>
          <a:p>
            <a:pPr lvl="1"/>
            <a:r>
              <a:rPr lang="zh-CN" altLang="en-US" dirty="0"/>
              <a:t>答疑</a:t>
            </a:r>
            <a:endParaRPr lang="en-US" altLang="zh-CN" dirty="0"/>
          </a:p>
          <a:p>
            <a:r>
              <a:rPr lang="zh-CN" altLang="en-US" dirty="0"/>
              <a:t>第三次课</a:t>
            </a:r>
            <a:endParaRPr lang="en-US" altLang="zh-CN" dirty="0"/>
          </a:p>
          <a:p>
            <a:pPr lvl="1"/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10</a:t>
            </a:r>
            <a:r>
              <a:rPr lang="zh-CN" altLang="en-US" dirty="0"/>
              <a:t>日下午</a:t>
            </a:r>
            <a:r>
              <a:rPr lang="en-US" altLang="zh-CN" dirty="0"/>
              <a:t>6-9</a:t>
            </a:r>
            <a:r>
              <a:rPr lang="zh-CN" altLang="en-US" dirty="0"/>
              <a:t>节</a:t>
            </a:r>
            <a:endParaRPr lang="en-US" altLang="zh-CN" dirty="0"/>
          </a:p>
          <a:p>
            <a:pPr lvl="1"/>
            <a:r>
              <a:rPr lang="zh-CN" altLang="en-US" dirty="0"/>
              <a:t>答疑</a:t>
            </a:r>
            <a:endParaRPr lang="en-US" altLang="zh-CN" dirty="0"/>
          </a:p>
          <a:p>
            <a:r>
              <a:rPr lang="zh-CN" altLang="en-US" dirty="0"/>
              <a:t>第四次课</a:t>
            </a:r>
            <a:endParaRPr lang="en-US" altLang="zh-CN" dirty="0"/>
          </a:p>
          <a:p>
            <a:pPr lvl="1"/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17</a:t>
            </a:r>
            <a:r>
              <a:rPr lang="zh-CN" altLang="en-US" dirty="0"/>
              <a:t>日下午</a:t>
            </a:r>
            <a:r>
              <a:rPr lang="en-US" altLang="zh-CN" dirty="0"/>
              <a:t>6-9</a:t>
            </a:r>
            <a:r>
              <a:rPr lang="zh-CN" altLang="en-US" dirty="0"/>
              <a:t>节</a:t>
            </a:r>
            <a:endParaRPr lang="en-US" altLang="zh-CN" dirty="0"/>
          </a:p>
          <a:p>
            <a:pPr lvl="1"/>
            <a:r>
              <a:rPr lang="zh-CN" altLang="en-US" dirty="0"/>
              <a:t>答疑</a:t>
            </a:r>
            <a:r>
              <a:rPr lang="en-US" altLang="zh-CN" dirty="0"/>
              <a:t>/</a:t>
            </a:r>
            <a:r>
              <a:rPr lang="zh-CN" altLang="en-US" dirty="0"/>
              <a:t>验收</a:t>
            </a:r>
            <a:endParaRPr lang="en-US" altLang="zh-CN" dirty="0"/>
          </a:p>
          <a:p>
            <a:r>
              <a:rPr lang="zh-CN" altLang="en-US" dirty="0"/>
              <a:t>第五次课</a:t>
            </a:r>
            <a:endParaRPr lang="en-US" altLang="zh-CN" dirty="0"/>
          </a:p>
          <a:p>
            <a:pPr lvl="1"/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24</a:t>
            </a:r>
            <a:r>
              <a:rPr lang="zh-CN" altLang="en-US" dirty="0"/>
              <a:t>日下午</a:t>
            </a:r>
            <a:r>
              <a:rPr lang="en-US" altLang="zh-CN" dirty="0"/>
              <a:t>6-9</a:t>
            </a:r>
            <a:r>
              <a:rPr lang="zh-CN" altLang="en-US" dirty="0"/>
              <a:t>节</a:t>
            </a:r>
            <a:endParaRPr lang="en-US" altLang="zh-CN" dirty="0"/>
          </a:p>
          <a:p>
            <a:pPr lvl="1"/>
            <a:r>
              <a:rPr lang="zh-CN" altLang="en-US" dirty="0"/>
              <a:t>答疑</a:t>
            </a:r>
            <a:r>
              <a:rPr lang="en-US" altLang="zh-CN" dirty="0"/>
              <a:t>/</a:t>
            </a:r>
            <a:r>
              <a:rPr lang="zh-CN" altLang="en-US" dirty="0"/>
              <a:t>验收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实训课程地点安排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9</a:t>
            </a:r>
            <a:r>
              <a:rPr lang="zh-CN" altLang="en-US" dirty="0"/>
              <a:t>号楼</a:t>
            </a:r>
            <a:r>
              <a:rPr lang="en-US" altLang="zh-CN" dirty="0"/>
              <a:t>312</a:t>
            </a:r>
            <a:r>
              <a:rPr lang="zh-CN" altLang="en-US" dirty="0"/>
              <a:t>教室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任务目标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运用所学软件技术制作一个富有实际意义的项目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两种选题方式</a:t>
            </a:r>
            <a:endParaRPr lang="en-US" altLang="zh-CN" dirty="0"/>
          </a:p>
          <a:p>
            <a:pPr lvl="1"/>
            <a:r>
              <a:rPr lang="zh-CN" altLang="en-US" dirty="0"/>
              <a:t>规定选题中选择</a:t>
            </a:r>
            <a:endParaRPr lang="en-US" altLang="zh-CN" dirty="0"/>
          </a:p>
          <a:p>
            <a:pPr lvl="1"/>
            <a:r>
              <a:rPr lang="zh-CN" altLang="en-US" dirty="0"/>
              <a:t>自拟（难度系数</a:t>
            </a:r>
            <a:r>
              <a:rPr lang="en-US" altLang="zh-CN" dirty="0"/>
              <a:t>0.8</a:t>
            </a:r>
            <a:r>
              <a:rPr lang="zh-CN" altLang="en-US" dirty="0"/>
              <a:t>，即总成绩满分只有</a:t>
            </a:r>
            <a:r>
              <a:rPr lang="en-US" altLang="zh-CN" dirty="0"/>
              <a:t>80</a:t>
            </a:r>
            <a:r>
              <a:rPr lang="zh-CN" altLang="en-US" dirty="0"/>
              <a:t>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规定选题列表（一）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1004"/>
            <a:ext cx="10515600" cy="4920863"/>
          </a:xfrm>
        </p:spPr>
        <p:txBody>
          <a:bodyPr>
            <a:normAutofit fontScale="77500" lnSpcReduction="20000"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1. 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智能客服对话系统（生成式</a:t>
            </a:r>
            <a:r>
              <a:rPr lang="en-US" altLang="zh-CN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</a:p>
          <a:p>
            <a:pPr algn="l">
              <a:buNone/>
            </a:pP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：基于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API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en-US" altLang="zh-CN" b="0" i="0" dirty="0" err="1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HuggingFace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模型，开发支持多轮对话的领域专属客服系统（如电商退换货场景），需实现意图识别和知识库检索融合机制。</a:t>
            </a:r>
          </a:p>
          <a:p>
            <a:pPr algn="l">
              <a:buNone/>
            </a:pPr>
            <a:r>
              <a:rPr lang="en-US" altLang="zh-CN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2. 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物联网设备监控仪表盘（</a:t>
            </a:r>
            <a:r>
              <a:rPr lang="en-US" altLang="zh-CN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IoT+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可视化）</a:t>
            </a:r>
          </a:p>
          <a:p>
            <a:pPr algn="l">
              <a:buNone/>
            </a:pP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：使用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MQTT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协议接入传感器数据（温湿度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能耗），通过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Grafana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en-US" altLang="zh-CN" b="0" i="0" dirty="0" err="1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ECharts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构建实时可视化面板，增加异常阈值报警功能。</a:t>
            </a:r>
          </a:p>
          <a:p>
            <a:pPr algn="l">
              <a:buNone/>
            </a:pPr>
            <a:r>
              <a:rPr lang="en-US" altLang="zh-CN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3. 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自动化办公助手（</a:t>
            </a:r>
            <a:r>
              <a:rPr lang="en-US" altLang="zh-CN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RPA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机器人）</a:t>
            </a:r>
          </a:p>
          <a:p>
            <a:pPr algn="l">
              <a:buNone/>
            </a:pP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：利用</a:t>
            </a:r>
            <a:r>
              <a:rPr lang="en-US" altLang="zh-CN" b="0" i="0" dirty="0" err="1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Python+UiPath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报表自动生成、邮件定时发送、会议纪要关键词提取等办公场景自动化流程。</a:t>
            </a:r>
          </a:p>
          <a:p>
            <a:pPr algn="l">
              <a:buNone/>
            </a:pPr>
            <a:r>
              <a:rPr lang="en-US" altLang="zh-CN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4. 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短视频智能剪辑工具（</a:t>
            </a:r>
            <a:r>
              <a:rPr lang="en-US" altLang="zh-CN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</a:p>
          <a:p>
            <a:pPr algn="l">
              <a:buNone/>
            </a:pP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：基于</a:t>
            </a:r>
            <a:r>
              <a:rPr lang="en-US" altLang="zh-CN" b="0" i="0" dirty="0" err="1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FFmpeg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CLIP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模型，开发根据文案自动匹配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BGM/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贴纸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转场效果的剪辑工具，支持抖音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快手格式导出。</a:t>
            </a:r>
          </a:p>
          <a:p>
            <a:pPr algn="l">
              <a:buNone/>
            </a:pPr>
            <a:r>
              <a:rPr lang="en-US" altLang="zh-CN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5. 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校园二手交易小程序（区块链存证）</a:t>
            </a:r>
          </a:p>
          <a:p>
            <a:pPr algn="l"/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：使用微信小程序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联盟链（如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FISCO BCOS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）实现商品上链存证，记录交易历史防篡改，集成简单信用评分机制。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规定选题列表（二）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1004"/>
            <a:ext cx="10515600" cy="4920863"/>
          </a:xfrm>
        </p:spPr>
        <p:txBody>
          <a:bodyPr>
            <a:normAutofit fontScale="77500" lnSpcReduction="20000"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6. 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智能垃圾分类</a:t>
            </a:r>
            <a:r>
              <a:rPr lang="en-US" altLang="zh-CN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（移动端</a:t>
            </a:r>
            <a:r>
              <a:rPr lang="en-US" altLang="zh-CN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+CV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</a:p>
          <a:p>
            <a:pPr algn="l">
              <a:buNone/>
            </a:pP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：基于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TensorFlow Lite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开发手机端图像分类模型，识别常见垃圾类型，整合本地垃圾分类政策数据库。</a:t>
            </a:r>
          </a:p>
          <a:p>
            <a:pPr algn="l">
              <a:buNone/>
            </a:pPr>
            <a:r>
              <a:rPr lang="en-US" altLang="zh-CN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7. 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在线考试防作弊系统（行为分析）</a:t>
            </a:r>
          </a:p>
          <a:p>
            <a:pPr algn="l">
              <a:buNone/>
            </a:pP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：通过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WebRTC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摄像头监控考生行为，使用</a:t>
            </a:r>
            <a:r>
              <a:rPr lang="en-US" altLang="zh-CN" b="0" i="0" dirty="0" err="1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OpenPose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检测异常动作（如转头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多人物），生成可疑事件时间戳日志。</a:t>
            </a:r>
          </a:p>
          <a:p>
            <a:pPr algn="l">
              <a:buNone/>
            </a:pPr>
            <a:r>
              <a:rPr lang="en-US" altLang="zh-CN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8. 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智慧农场浇水控制系统（物联网</a:t>
            </a:r>
            <a:r>
              <a:rPr lang="en-US" altLang="zh-CN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决策树）</a:t>
            </a:r>
          </a:p>
          <a:p>
            <a:pPr algn="l">
              <a:buNone/>
            </a:pP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：基于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ESP32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微控制器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土壤湿度传感器，开发根据天气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和简单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模型预测的自动浇水系统，支持手动模式切换。</a:t>
            </a:r>
          </a:p>
          <a:p>
            <a:pPr algn="l">
              <a:buNone/>
            </a:pPr>
            <a:r>
              <a:rPr lang="en-US" altLang="zh-CN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9. 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疫情传播模拟器（数据可视化）</a:t>
            </a:r>
          </a:p>
          <a:p>
            <a:pPr algn="l">
              <a:buNone/>
            </a:pP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：利用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SEIR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传染病模型，结合</a:t>
            </a:r>
            <a:r>
              <a:rPr lang="en-US" altLang="zh-CN" b="0" i="0" dirty="0" err="1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Epidata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数据开发城市级传播动态模拟，用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D3.js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实现参数可调的动画演示。</a:t>
            </a:r>
          </a:p>
          <a:p>
            <a:pPr algn="l">
              <a:buNone/>
            </a:pPr>
            <a:r>
              <a:rPr lang="en-US" altLang="zh-CN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10. 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个人健康管理助手（可穿戴设备集成）</a:t>
            </a:r>
          </a:p>
          <a:p>
            <a:pPr algn="l"/>
            <a:r>
              <a:rPr lang="zh-CN" altLang="en-US" b="1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：对接智能手环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（如华为健康），开发睡眠质量分析、运动目标跟踪和饮食建议推送的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Flutter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跨平台应用。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规定选题列表（三）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93849"/>
            <a:ext cx="10515600" cy="4920863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150"/>
              </a:spcAft>
              <a:buFont typeface="Arial" panose="020B0604020202020204" pitchFamily="34" charset="0"/>
              <a:buNone/>
            </a:pPr>
            <a:r>
              <a:rPr lang="en-US" altLang="zh-CN" sz="22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11. </a:t>
            </a:r>
            <a:r>
              <a:rPr lang="zh-CN" altLang="en-US" sz="22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基于微服务架构的智能家居控制系统</a:t>
            </a:r>
          </a:p>
          <a:p>
            <a:pPr>
              <a:spcAft>
                <a:spcPts val="900"/>
              </a:spcAft>
            </a:pPr>
            <a:r>
              <a:rPr lang="zh-CN" altLang="en-US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要求：使用</a:t>
            </a:r>
            <a:r>
              <a:rPr lang="en-US" altLang="zh-CN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Spring Cloud</a:t>
            </a:r>
            <a:r>
              <a:rPr lang="zh-CN" altLang="en-US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en-US" altLang="zh-CN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Kubernetes</a:t>
            </a:r>
            <a:r>
              <a:rPr lang="zh-CN" altLang="en-US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构建分布式系统，集成物联网设备（如温湿度传感器）实时数据，实现设备联动规则引擎（如室温超过</a:t>
            </a:r>
            <a:r>
              <a:rPr lang="en-US" altLang="zh-CN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28℃</a:t>
            </a:r>
            <a:r>
              <a:rPr lang="zh-CN" altLang="en-US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自动开启空调）</a:t>
            </a:r>
          </a:p>
          <a:p>
            <a:pPr>
              <a:spcAft>
                <a:spcPts val="150"/>
              </a:spcAft>
              <a:buFont typeface="Arial" panose="020B0604020202020204" pitchFamily="34" charset="0"/>
              <a:buNone/>
            </a:pPr>
            <a:r>
              <a:rPr lang="en-US" altLang="zh-CN" sz="22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12. </a:t>
            </a:r>
            <a:r>
              <a:rPr lang="zh-CN" altLang="en-US" sz="22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2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2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辅助代码审查工具</a:t>
            </a:r>
          </a:p>
          <a:p>
            <a:pPr>
              <a:spcAft>
                <a:spcPts val="900"/>
              </a:spcAft>
            </a:pPr>
            <a:r>
              <a:rPr lang="zh-CN" altLang="en-US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要求：基于大语言模型（如</a:t>
            </a:r>
            <a:r>
              <a:rPr lang="en-US" altLang="zh-CN" sz="2200" dirty="0" err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CodeLlama</a:t>
            </a:r>
            <a:r>
              <a:rPr lang="zh-CN" altLang="en-US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en-US" altLang="zh-CN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GPT-4</a:t>
            </a:r>
            <a:r>
              <a:rPr lang="zh-CN" altLang="en-US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）开发代码质量分析插件，识别常见代码坏味道（如重复代码、安全漏洞</a:t>
            </a:r>
          </a:p>
          <a:p>
            <a:pPr>
              <a:spcAft>
                <a:spcPts val="150"/>
              </a:spcAft>
              <a:buFont typeface="Arial" panose="020B0604020202020204" pitchFamily="34" charset="0"/>
              <a:buNone/>
            </a:pPr>
            <a:r>
              <a:rPr lang="en-US" altLang="zh-CN" sz="22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13. </a:t>
            </a:r>
            <a:r>
              <a:rPr lang="zh-CN" altLang="en-US" sz="22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基于数字孪生的智慧停车场管理系统</a:t>
            </a:r>
          </a:p>
          <a:p>
            <a:pPr>
              <a:spcAft>
                <a:spcPts val="900"/>
              </a:spcAft>
            </a:pPr>
            <a:r>
              <a:rPr lang="zh-CN" altLang="en-US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要求：使用</a:t>
            </a:r>
            <a:r>
              <a:rPr lang="en-US" altLang="zh-CN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Three.js </a:t>
            </a:r>
            <a:r>
              <a:rPr lang="zh-CN" altLang="en-US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</a:t>
            </a:r>
            <a:r>
              <a:rPr lang="en-US" altLang="zh-CN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3D</a:t>
            </a:r>
            <a:r>
              <a:rPr lang="zh-CN" altLang="en-US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停车场模型，结合车牌识别</a:t>
            </a:r>
            <a:r>
              <a:rPr lang="en-US" altLang="zh-CN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lang="zh-CN" altLang="en-US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实现车位状态实时更新与导航</a:t>
            </a:r>
          </a:p>
          <a:p>
            <a:pPr>
              <a:spcAft>
                <a:spcPts val="150"/>
              </a:spcAft>
              <a:buFont typeface="Arial" panose="020B0604020202020204" pitchFamily="34" charset="0"/>
              <a:buNone/>
            </a:pPr>
            <a:r>
              <a:rPr lang="en-US" altLang="zh-CN" sz="22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14. </a:t>
            </a:r>
            <a:r>
              <a:rPr lang="zh-CN" altLang="en-US" sz="22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缘计算环境下的交通灯智能调度系统</a:t>
            </a:r>
          </a:p>
          <a:p>
            <a:pPr>
              <a:spcAft>
                <a:spcPts val="900"/>
              </a:spcAft>
            </a:pPr>
            <a:r>
              <a:rPr lang="zh-CN" altLang="en-US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要求：在树莓派上部署</a:t>
            </a:r>
            <a:r>
              <a:rPr lang="en-US" altLang="zh-CN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</a:t>
            </a:r>
            <a:r>
              <a:rPr lang="zh-CN" altLang="en-US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目标检测模型，根据实时车流量动态调整红绿灯时长</a:t>
            </a:r>
          </a:p>
          <a:p>
            <a:pPr>
              <a:spcAft>
                <a:spcPts val="150"/>
              </a:spcAft>
              <a:buFont typeface="Arial" panose="020B0604020202020204" pitchFamily="34" charset="0"/>
              <a:buNone/>
            </a:pPr>
            <a:r>
              <a:rPr lang="en-US" altLang="zh-CN" sz="22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15. </a:t>
            </a:r>
            <a:r>
              <a:rPr lang="zh-CN" altLang="en-US" sz="22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2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NFT</a:t>
            </a:r>
            <a:r>
              <a:rPr lang="zh-CN" altLang="en-US" sz="22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数字藏品交易平台</a:t>
            </a:r>
          </a:p>
          <a:p>
            <a:pPr>
              <a:spcAft>
                <a:spcPts val="900"/>
              </a:spcAft>
            </a:pPr>
            <a:r>
              <a:rPr lang="zh-CN" altLang="en-US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要求：基于以太坊</a:t>
            </a:r>
            <a:r>
              <a:rPr lang="en-US" altLang="zh-CN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ERC-721</a:t>
            </a:r>
            <a:r>
              <a:rPr lang="zh-CN" altLang="en-US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标准实现数字艺术品铸造、拍卖和转让功能，集成</a:t>
            </a:r>
            <a:r>
              <a:rPr lang="en-US" altLang="zh-CN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MetaMask</a:t>
            </a:r>
            <a:r>
              <a:rPr lang="zh-CN" altLang="en-US" sz="22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钱包支付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分组（</a:t>
            </a:r>
            <a:r>
              <a:rPr lang="en-US" altLang="zh-CN" dirty="0"/>
              <a:t>1-4</a:t>
            </a:r>
            <a:r>
              <a:rPr lang="zh-CN" altLang="en-US" dirty="0"/>
              <a:t>人）完成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题材不限，立意要求积极向上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开发工具、环境、语言等都不限（具体课题明确规定的除外）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任务提交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纸质</a:t>
            </a:r>
            <a:endParaRPr lang="en-US" altLang="zh-CN" dirty="0"/>
          </a:p>
          <a:p>
            <a:pPr lvl="1"/>
            <a:r>
              <a:rPr lang="zh-CN" altLang="en-US" dirty="0"/>
              <a:t>任务报告，一人一份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验收</a:t>
            </a:r>
            <a:endParaRPr lang="en-US" altLang="zh-CN" dirty="0"/>
          </a:p>
          <a:p>
            <a:pPr lvl="1"/>
            <a:r>
              <a:rPr lang="zh-CN" altLang="en-US" dirty="0"/>
              <a:t>第四、五次课程进行验收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781</Words>
  <Application>Microsoft Office PowerPoint</Application>
  <PresentationFormat>宽屏</PresentationFormat>
  <Paragraphs>75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微软雅黑</vt:lpstr>
      <vt:lpstr>Arial</vt:lpstr>
      <vt:lpstr>Office 主题​​</vt:lpstr>
      <vt:lpstr>复杂软件系统实践</vt:lpstr>
      <vt:lpstr>课程时间内容安排</vt:lpstr>
      <vt:lpstr>实训课程地点安排</vt:lpstr>
      <vt:lpstr>任务目标</vt:lpstr>
      <vt:lpstr>规定选题列表（一）</vt:lpstr>
      <vt:lpstr>规定选题列表（二）</vt:lpstr>
      <vt:lpstr>规定选题列表（三）</vt:lpstr>
      <vt:lpstr>任务要求</vt:lpstr>
      <vt:lpstr>任务提交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传感器原理与应用</dc:title>
  <dc:creator>cjq08122108@sina.cn</dc:creator>
  <cp:lastModifiedBy>xd wang</cp:lastModifiedBy>
  <cp:revision>279</cp:revision>
  <dcterms:created xsi:type="dcterms:W3CDTF">2020-09-09T01:48:00Z</dcterms:created>
  <dcterms:modified xsi:type="dcterms:W3CDTF">2026-03-11T04:53:24Z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DFC1ACA6F9F74F8FB9A5055FCDA0EF48_12</vt:lpwstr>
  </property>
  <property fmtid="{D5CDD505-2E9C-101B-9397-08002B2CF9AE}" pid="3" name="KSOProductBuildVer">
    <vt:lpwstr>2052-12.1.0.25225</vt:lpwstr>
  </property>
</Properties>
</file>